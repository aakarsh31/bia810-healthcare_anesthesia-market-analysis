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147481779" r:id="rId2"/>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032E33-9567-DC8E-3818-9C6E4F112D8C}" name="Stacey Greene" initials="SG" userId="S::agreene@stevens.edu::8691361d-68f7-40e3-a002-b2b2c8069a87" providerId="AD"/>
  <p188:author id="{7264F3FC-2AA2-AE9F-B760-7D866147DE23}" name="Juhyun So" initials="JS" userId="S::A4239@axtria.com::b5d75203-19fd-4088-a60e-64c363cd4f6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2537"/>
    <a:srgbClr val="448DC4"/>
    <a:srgbClr val="E7C439"/>
    <a:srgbClr val="CCECFF"/>
    <a:srgbClr val="F5D3D8"/>
    <a:srgbClr val="FF8FA4"/>
    <a:srgbClr val="EDAD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FD775B-1B2C-439F-8F54-8729ADD145F3}" v="3361" dt="2023-12-01T17:02:18.797"/>
    <p1510:client id="{623220FB-3733-8279-31E1-7EA0BC2E5AA6}" v="211" dt="2023-12-01T18:04:10.357"/>
    <p1510:client id="{E2EED443-9445-4ACC-92B3-57B2F566FFED}" v="3214" dt="2023-12-01T17:11:07.4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24"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12/1/2023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1186247763"/>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a:extLst>
              <a:ext uri="{FF2B5EF4-FFF2-40B4-BE49-F238E27FC236}">
                <a16:creationId xmlns:a16="http://schemas.microsoft.com/office/drawing/2014/main" id="{7BEC07CF-DE1C-5A16-AFE3-58045ECDE00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168D54-7A73-18F8-ADFA-A2790DA6BE4A}"/>
              </a:ext>
            </a:extLst>
          </p:cNvPr>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Arial Nova" panose="020F0502020204030204" pitchFamily="34" charset="0"/>
              </a:defRPr>
            </a:lvl1pPr>
          </a:lstStyle>
          <a:p>
            <a:r>
              <a:rPr lang="en-US"/>
              <a:t>CLICK TO EDIT TITLE</a:t>
            </a:r>
          </a:p>
        </p:txBody>
      </p:sp>
      <p:sp>
        <p:nvSpPr>
          <p:cNvPr id="3" name="Subtitle 2">
            <a:extLst>
              <a:ext uri="{FF2B5EF4-FFF2-40B4-BE49-F238E27FC236}">
                <a16:creationId xmlns:a16="http://schemas.microsoft.com/office/drawing/2014/main" id="{58C8A321-3799-3D0C-D5A4-CA5C30A7CB56}"/>
              </a:ext>
            </a:extLst>
          </p:cNvPr>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Arial Nova" panose="020B05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subtitle</a:t>
            </a:r>
          </a:p>
        </p:txBody>
      </p:sp>
      <p:sp>
        <p:nvSpPr>
          <p:cNvPr id="17" name="Text Placeholder 16">
            <a:extLst>
              <a:ext uri="{FF2B5EF4-FFF2-40B4-BE49-F238E27FC236}">
                <a16:creationId xmlns:a16="http://schemas.microsoft.com/office/drawing/2014/main" id="{E6F838CB-CD72-2334-C381-9BF56F85A624}"/>
              </a:ext>
            </a:extLst>
          </p:cNvPr>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Arial Nova" panose="020B0504020202020204"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a:t>PRESENTER’S NAME</a:t>
            </a:r>
          </a:p>
        </p:txBody>
      </p:sp>
      <p:sp>
        <p:nvSpPr>
          <p:cNvPr id="4" name="Date Placeholder 3">
            <a:extLst>
              <a:ext uri="{FF2B5EF4-FFF2-40B4-BE49-F238E27FC236}">
                <a16:creationId xmlns:a16="http://schemas.microsoft.com/office/drawing/2014/main" id="{EB9B160D-2B04-EFF9-9233-5CF3861AACE8}"/>
              </a:ext>
            </a:extLst>
          </p:cNvPr>
          <p:cNvSpPr>
            <a:spLocks noGrp="1"/>
          </p:cNvSpPr>
          <p:nvPr>
            <p:ph type="dt" sz="half" idx="10"/>
          </p:nvPr>
        </p:nvSpPr>
        <p:spPr>
          <a:xfrm>
            <a:off x="8279296" y="6342033"/>
            <a:ext cx="3251319" cy="246221"/>
          </a:xfrm>
          <a:prstGeom prst="rect">
            <a:avLst/>
          </a:prstGeom>
          <a:solidFill>
            <a:schemeClr val="accent1"/>
          </a:solidFill>
        </p:spPr>
        <p:txBody>
          <a:bodyPr wrap="square">
            <a:spAutoFit/>
          </a:bodyPr>
          <a:lstStyle>
            <a:lvl1pPr algn="r">
              <a:defRPr sz="1000" b="1" i="0">
                <a:solidFill>
                  <a:schemeClr val="bg1"/>
                </a:solidFill>
                <a:latin typeface="Arial Nova" panose="020B0504020202020204" pitchFamily="34" charset="0"/>
              </a:defRPr>
            </a:lvl1pPr>
          </a:lstStyle>
          <a:p>
            <a:r>
              <a:rPr lang="en-US"/>
              <a:t>Copyright Stevens Institute of Technology ©  2022</a:t>
            </a:r>
          </a:p>
        </p:txBody>
      </p:sp>
    </p:spTree>
    <p:extLst>
      <p:ext uri="{BB962C8B-B14F-4D97-AF65-F5344CB8AC3E}">
        <p14:creationId xmlns:p14="http://schemas.microsoft.com/office/powerpoint/2010/main" val="1179889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a:extLst>
              <a:ext uri="{FF2B5EF4-FFF2-40B4-BE49-F238E27FC236}">
                <a16:creationId xmlns:a16="http://schemas.microsoft.com/office/drawing/2014/main" id="{5DDDB80B-17FF-14EE-7F02-306E3A735FA0}"/>
              </a:ext>
            </a:extLst>
          </p:cNvPr>
          <p:cNvPicPr>
            <a:picLocks noChangeAspect="1"/>
          </p:cNvPicPr>
          <p:nvPr userDrawn="1"/>
        </p:nvPicPr>
        <p:blipFill rotWithShape="1">
          <a:blip r:embed="rId2"/>
          <a:srcRect l="16253"/>
          <a:stretch/>
        </p:blipFill>
        <p:spPr>
          <a:xfrm>
            <a:off x="2" y="0"/>
            <a:ext cx="8636340" cy="6858000"/>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0AB85730-9DAB-ABF0-A4D0-5DE36B82261D}"/>
              </a:ext>
            </a:extLst>
          </p:cNvPr>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a:extLst>
              <a:ext uri="{FF2B5EF4-FFF2-40B4-BE49-F238E27FC236}">
                <a16:creationId xmlns:a16="http://schemas.microsoft.com/office/drawing/2014/main" id="{35168D54-7A73-18F8-ADFA-A2790DA6BE4A}"/>
              </a:ext>
            </a:extLst>
          </p:cNvPr>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a:t>CLICK TO EDIT TITLE</a:t>
            </a:r>
          </a:p>
        </p:txBody>
      </p:sp>
      <p:sp>
        <p:nvSpPr>
          <p:cNvPr id="3" name="Subtitle 2">
            <a:extLst>
              <a:ext uri="{FF2B5EF4-FFF2-40B4-BE49-F238E27FC236}">
                <a16:creationId xmlns:a16="http://schemas.microsoft.com/office/drawing/2014/main" id="{58C8A321-3799-3D0C-D5A4-CA5C30A7CB56}"/>
              </a:ext>
            </a:extLst>
          </p:cNvPr>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subtitle</a:t>
            </a:r>
          </a:p>
        </p:txBody>
      </p:sp>
      <p:sp>
        <p:nvSpPr>
          <p:cNvPr id="12" name="Text Placeholder 16">
            <a:extLst>
              <a:ext uri="{FF2B5EF4-FFF2-40B4-BE49-F238E27FC236}">
                <a16:creationId xmlns:a16="http://schemas.microsoft.com/office/drawing/2014/main" id="{07BEFC5F-CD6D-A7BC-1322-BACD15CFA532}"/>
              </a:ext>
            </a:extLst>
          </p:cNvPr>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a:t>PRESENTER’S NAME</a:t>
            </a:r>
          </a:p>
        </p:txBody>
      </p:sp>
      <p:sp>
        <p:nvSpPr>
          <p:cNvPr id="4" name="Date Placeholder 3">
            <a:extLst>
              <a:ext uri="{FF2B5EF4-FFF2-40B4-BE49-F238E27FC236}">
                <a16:creationId xmlns:a16="http://schemas.microsoft.com/office/drawing/2014/main" id="{EB9B160D-2B04-EFF9-9233-5CF3861AACE8}"/>
              </a:ext>
            </a:extLst>
          </p:cNvPr>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a:t>Date</a:t>
            </a:r>
          </a:p>
        </p:txBody>
      </p:sp>
    </p:spTree>
    <p:extLst>
      <p:ext uri="{BB962C8B-B14F-4D97-AF65-F5344CB8AC3E}">
        <p14:creationId xmlns:p14="http://schemas.microsoft.com/office/powerpoint/2010/main" val="2184504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bg>
      <p:bgRef idx="1002">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8C4886-2087-94B4-E2E5-4E48B7FF8FE2}"/>
              </a:ext>
            </a:extLst>
          </p:cNvPr>
          <p:cNvPicPr>
            <a:picLocks noChangeAspect="1"/>
          </p:cNvPicPr>
          <p:nvPr userDrawn="1"/>
        </p:nvPicPr>
        <p:blipFill rotWithShape="1">
          <a:blip r:embed="rId2">
            <a:alphaModFix amt="5000"/>
          </a:blip>
          <a:srcRect l="103" r="14569"/>
          <a:stretch/>
        </p:blipFill>
        <p:spPr>
          <a:xfrm>
            <a:off x="-2033456" y="0"/>
            <a:ext cx="10392405" cy="68580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B3488FA0-8E86-6BE9-82C5-43785B32427F}"/>
              </a:ext>
            </a:extLst>
          </p:cNvPr>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a:extLst>
              <a:ext uri="{FF2B5EF4-FFF2-40B4-BE49-F238E27FC236}">
                <a16:creationId xmlns:a16="http://schemas.microsoft.com/office/drawing/2014/main" id="{B9CC9AF6-817B-A87B-A5E6-9A6BE8BA0878}"/>
              </a:ext>
            </a:extLst>
          </p:cNvPr>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a:t>CLICK TO EDIT TITLE</a:t>
            </a:r>
          </a:p>
        </p:txBody>
      </p:sp>
      <p:sp>
        <p:nvSpPr>
          <p:cNvPr id="11" name="Subtitle 2">
            <a:extLst>
              <a:ext uri="{FF2B5EF4-FFF2-40B4-BE49-F238E27FC236}">
                <a16:creationId xmlns:a16="http://schemas.microsoft.com/office/drawing/2014/main" id="{62636281-107E-01A8-5316-84DAA71CD1E3}"/>
              </a:ext>
            </a:extLst>
          </p:cNvPr>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subtitle</a:t>
            </a:r>
          </a:p>
        </p:txBody>
      </p:sp>
      <p:sp>
        <p:nvSpPr>
          <p:cNvPr id="13" name="Date Placeholder 3">
            <a:extLst>
              <a:ext uri="{FF2B5EF4-FFF2-40B4-BE49-F238E27FC236}">
                <a16:creationId xmlns:a16="http://schemas.microsoft.com/office/drawing/2014/main" id="{7651AF7A-8B71-B895-17ED-7EECAFEE7DE8}"/>
              </a:ext>
            </a:extLst>
          </p:cNvPr>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a:t> Date</a:t>
            </a:r>
          </a:p>
        </p:txBody>
      </p:sp>
      <p:sp>
        <p:nvSpPr>
          <p:cNvPr id="14" name="Text Placeholder 16">
            <a:extLst>
              <a:ext uri="{FF2B5EF4-FFF2-40B4-BE49-F238E27FC236}">
                <a16:creationId xmlns:a16="http://schemas.microsoft.com/office/drawing/2014/main" id="{732F2640-D02F-0BD4-E9A8-A5FD3D27874E}"/>
              </a:ext>
            </a:extLst>
          </p:cNvPr>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a:t>PRESENTER’S NAME</a:t>
            </a:r>
          </a:p>
        </p:txBody>
      </p:sp>
    </p:spTree>
    <p:extLst>
      <p:ext uri="{BB962C8B-B14F-4D97-AF65-F5344CB8AC3E}">
        <p14:creationId xmlns:p14="http://schemas.microsoft.com/office/powerpoint/2010/main" val="171941064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a:extLst>
              <a:ext uri="{FF2B5EF4-FFF2-40B4-BE49-F238E27FC236}">
                <a16:creationId xmlns:a16="http://schemas.microsoft.com/office/drawing/2014/main" id="{D898D13A-F035-1AC4-E5CF-2B4EECBAA8E3}"/>
              </a:ext>
            </a:extLst>
          </p:cNvPr>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a:extLst>
              <a:ext uri="{FF2B5EF4-FFF2-40B4-BE49-F238E27FC236}">
                <a16:creationId xmlns:a16="http://schemas.microsoft.com/office/drawing/2014/main" id="{09EFC173-553B-6926-8999-560997D15CA1}"/>
              </a:ext>
            </a:extLst>
          </p:cNvPr>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a:extLst>
              <a:ext uri="{FF2B5EF4-FFF2-40B4-BE49-F238E27FC236}">
                <a16:creationId xmlns:a16="http://schemas.microsoft.com/office/drawing/2014/main" id="{45AB2B46-2729-15F1-5BB4-6B7ADEAC4AAE}"/>
              </a:ext>
            </a:extLst>
          </p:cNvPr>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a:t>CLICK TO EDIT TITLE</a:t>
            </a:r>
          </a:p>
        </p:txBody>
      </p:sp>
      <p:sp>
        <p:nvSpPr>
          <p:cNvPr id="3" name="Text Placeholder 2">
            <a:extLst>
              <a:ext uri="{FF2B5EF4-FFF2-40B4-BE49-F238E27FC236}">
                <a16:creationId xmlns:a16="http://schemas.microsoft.com/office/drawing/2014/main" id="{A5953286-7208-5D15-2115-F32E5C24CE0F}"/>
              </a:ext>
            </a:extLst>
          </p:cNvPr>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t>Click to edit text</a:t>
            </a:r>
          </a:p>
        </p:txBody>
      </p:sp>
    </p:spTree>
    <p:extLst>
      <p:ext uri="{BB962C8B-B14F-4D97-AF65-F5344CB8AC3E}">
        <p14:creationId xmlns:p14="http://schemas.microsoft.com/office/powerpoint/2010/main" val="3430770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p:txBody>
          <a:bodyPr/>
          <a:lstStyle>
            <a:lvl1pPr marL="228600" indent="-228600">
              <a:defRPr/>
            </a:lvl1pPr>
            <a:lvl2pPr marL="502920" indent="-228589">
              <a:buSzPct val="100000"/>
              <a:buFont typeface="System Font Regular"/>
              <a:buChar char="-"/>
              <a:defRPr/>
            </a:lvl2pPr>
            <a:lvl3pPr marL="777240" indent="-228589">
              <a:buSzPct val="100000"/>
              <a:buFont typeface="System Font Regular"/>
              <a:buChar char="-"/>
              <a:defRPr/>
            </a:lvl3pPr>
            <a:lvl4pPr marL="1005840" indent="-228589">
              <a:buSzPct val="100000"/>
              <a:buFont typeface="System Font Regular"/>
              <a:buChar char="-"/>
              <a:defRPr/>
            </a:lvl4pPr>
            <a:lvl5pPr marL="1280160" indent="-228589">
              <a:buSzPct val="100000"/>
              <a:buFont typeface="System Font Regular"/>
              <a:buChar char="-"/>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070826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4" name="Text Placeholder 3">
            <a:extLst>
              <a:ext uri="{FF2B5EF4-FFF2-40B4-BE49-F238E27FC236}">
                <a16:creationId xmlns:a16="http://schemas.microsoft.com/office/drawing/2014/main" id="{B7F9FF48-9E75-6C88-7706-B4D4B29E8027}"/>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Make sure to use brand colors when creating tables and graphs. If graphs are placed from an outside source, please reformat to use the Stevens Theme Colors set in this template.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a:xfrm>
            <a:off x="644771" y="2202874"/>
            <a:ext cx="10709031" cy="3879273"/>
          </a:xfrm>
        </p:spPr>
        <p:txBody>
          <a:bodyPr/>
          <a:lstStyle>
            <a:lvl1pPr>
              <a:buClr>
                <a:srgbClr val="004380"/>
              </a:buClr>
              <a:defRPr/>
            </a:lvl1pPr>
            <a:lvl2pPr>
              <a:buClr>
                <a:srgbClr val="004380"/>
              </a:buClr>
              <a:defRPr/>
            </a:lvl2pPr>
            <a:lvl3pPr>
              <a:buClr>
                <a:srgbClr val="004380"/>
              </a:buClr>
              <a:defRPr/>
            </a:lvl3pPr>
            <a:lvl4pPr>
              <a:buClr>
                <a:srgbClr val="004380"/>
              </a:buClr>
              <a:defRPr/>
            </a:lvl4pPr>
            <a:lvl5pPr>
              <a:buClr>
                <a:srgbClr val="004380"/>
              </a:buClr>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7373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1825625"/>
            <a:ext cx="5181600"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1825625"/>
            <a:ext cx="5181600"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302089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639866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410B2EF-F0F6-7528-D1AE-B660054C2BB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1" name="Text Placeholder 3">
            <a:extLst>
              <a:ext uri="{FF2B5EF4-FFF2-40B4-BE49-F238E27FC236}">
                <a16:creationId xmlns:a16="http://schemas.microsoft.com/office/drawing/2014/main" id="{38C80B25-96A7-774E-2468-5777A0523942}"/>
              </a:ext>
            </a:extLst>
          </p:cNvPr>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endParaRPr lang="en-US"/>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267947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34900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381142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F436CFC-B187-8D35-9B90-53CDD3C63724}"/>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200513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508237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FB8F7E-E499-364F-DBBC-112AB229FB0F}"/>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9" name="Text Placeholder 3">
            <a:extLst>
              <a:ext uri="{FF2B5EF4-FFF2-40B4-BE49-F238E27FC236}">
                <a16:creationId xmlns:a16="http://schemas.microsoft.com/office/drawing/2014/main" id="{C2104D11-CF58-8BD0-F89F-27B8D217FA90}"/>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2325836"/>
            <a:ext cx="5181600"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2325836"/>
            <a:ext cx="5181600"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197548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74C1-7A20-8CB4-3DD4-EB8A50BB8128}"/>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Text Placeholder 2">
            <a:extLst>
              <a:ext uri="{FF2B5EF4-FFF2-40B4-BE49-F238E27FC236}">
                <a16:creationId xmlns:a16="http://schemas.microsoft.com/office/drawing/2014/main" id="{817277B2-0A2F-FA77-9E15-CA3A58A5B545}"/>
              </a:ext>
            </a:extLst>
          </p:cNvPr>
          <p:cNvSpPr>
            <a:spLocks noGrp="1"/>
          </p:cNvSpPr>
          <p:nvPr>
            <p:ph type="body" idx="1" hasCustomPrompt="1"/>
          </p:nvPr>
        </p:nvSpPr>
        <p:spPr>
          <a:xfrm>
            <a:off x="644772"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07B25F01-3996-B6B6-F8FD-75E9120A8843}"/>
              </a:ext>
            </a:extLst>
          </p:cNvPr>
          <p:cNvSpPr>
            <a:spLocks noGrp="1"/>
          </p:cNvSpPr>
          <p:nvPr>
            <p:ph sz="half" idx="2" hasCustomPrompt="1"/>
          </p:nvPr>
        </p:nvSpPr>
        <p:spPr>
          <a:xfrm>
            <a:off x="644772" y="2505075"/>
            <a:ext cx="5157787" cy="36845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473F84-FD9A-282A-FBCC-F5ADD527FC9F}"/>
              </a:ext>
            </a:extLst>
          </p:cNvPr>
          <p:cNvSpPr>
            <a:spLocks noGrp="1"/>
          </p:cNvSpPr>
          <p:nvPr>
            <p:ph type="body" sz="quarter" idx="3" hasCustomPrompt="1"/>
          </p:nvPr>
        </p:nvSpPr>
        <p:spPr>
          <a:xfrm>
            <a:off x="6172202"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5EE5DE14-382A-1AC7-A660-8E5831B83608}"/>
              </a:ext>
            </a:extLst>
          </p:cNvPr>
          <p:cNvSpPr>
            <a:spLocks noGrp="1"/>
          </p:cNvSpPr>
          <p:nvPr>
            <p:ph sz="quarter" idx="4" hasCustomPrompt="1"/>
          </p:nvPr>
        </p:nvSpPr>
        <p:spPr>
          <a:xfrm>
            <a:off x="6172202" y="2505075"/>
            <a:ext cx="5183188" cy="36845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9E6D1FFC-28E6-E13A-7721-39658D2AA087}"/>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920924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7957-9EED-8271-0E72-EFAE0371AF15}"/>
              </a:ext>
            </a:extLst>
          </p:cNvPr>
          <p:cNvSpPr>
            <a:spLocks noGrp="1"/>
          </p:cNvSpPr>
          <p:nvPr>
            <p:ph type="title" hasCustomPrompt="1"/>
          </p:nvPr>
        </p:nvSpPr>
        <p:spPr/>
        <p:txBody>
          <a:bodyPr/>
          <a:lstStyle/>
          <a:p>
            <a:r>
              <a:rPr lang="en-US"/>
              <a:t>CLICK TO EDIT TITLE</a:t>
            </a:r>
          </a:p>
        </p:txBody>
      </p:sp>
      <p:sp>
        <p:nvSpPr>
          <p:cNvPr id="5" name="Slide Number Placeholder 4">
            <a:extLst>
              <a:ext uri="{FF2B5EF4-FFF2-40B4-BE49-F238E27FC236}">
                <a16:creationId xmlns:a16="http://schemas.microsoft.com/office/drawing/2014/main" id="{D555F4F9-1684-DE61-8B6E-9C5982CDC272}"/>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05363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93D118-64C2-DAF8-93EF-9D41A6B09A50}"/>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526407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46ACC9-E2A9-486E-5749-83DDF3B956C7}"/>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extLst>
      <p:ext uri="{BB962C8B-B14F-4D97-AF65-F5344CB8AC3E}">
        <p14:creationId xmlns:p14="http://schemas.microsoft.com/office/powerpoint/2010/main" val="2920050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ABF1B99-BFB4-0688-A8CA-067A988DADEC}"/>
              </a:ext>
            </a:extLst>
          </p:cNvPr>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a:extLst>
              <a:ext uri="{FF2B5EF4-FFF2-40B4-BE49-F238E27FC236}">
                <a16:creationId xmlns:a16="http://schemas.microsoft.com/office/drawing/2014/main" id="{A1A211F7-F5B3-755A-0FE9-7416E5B6D3BB}"/>
              </a:ext>
            </a:extLst>
          </p:cNvPr>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1DCA10-F271-79EA-C335-35398B7961CF}"/>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text</a:t>
            </a:r>
          </a:p>
        </p:txBody>
      </p:sp>
      <p:sp>
        <p:nvSpPr>
          <p:cNvPr id="2" name="Title 1">
            <a:extLst>
              <a:ext uri="{FF2B5EF4-FFF2-40B4-BE49-F238E27FC236}">
                <a16:creationId xmlns:a16="http://schemas.microsoft.com/office/drawing/2014/main" id="{F7F18D82-BCB2-4520-6E3E-BC47DF6E92F2}"/>
              </a:ext>
            </a:extLst>
          </p:cNvPr>
          <p:cNvSpPr>
            <a:spLocks noGrp="1"/>
          </p:cNvSpPr>
          <p:nvPr>
            <p:ph type="title" hasCustomPrompt="1"/>
          </p:nvPr>
        </p:nvSpPr>
        <p:spPr>
          <a:xfrm>
            <a:off x="644773" y="457200"/>
            <a:ext cx="4127255" cy="1600200"/>
          </a:xfrm>
        </p:spPr>
        <p:txBody>
          <a:bodyPr anchor="b"/>
          <a:lstStyle>
            <a:lvl1pPr>
              <a:defRPr sz="3200"/>
            </a:lvl1pPr>
          </a:lstStyle>
          <a:p>
            <a:r>
              <a:rPr lang="en-US"/>
              <a:t>CLICK TO EDIT TITLE</a:t>
            </a:r>
          </a:p>
        </p:txBody>
      </p:sp>
    </p:spTree>
    <p:extLst>
      <p:ext uri="{BB962C8B-B14F-4D97-AF65-F5344CB8AC3E}">
        <p14:creationId xmlns:p14="http://schemas.microsoft.com/office/powerpoint/2010/main" val="6845703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DE9B-54A8-866E-B788-EB3968761BC7}"/>
              </a:ext>
            </a:extLst>
          </p:cNvPr>
          <p:cNvSpPr>
            <a:spLocks noGrp="1"/>
          </p:cNvSpPr>
          <p:nvPr>
            <p:ph type="title" hasCustomPrompt="1"/>
          </p:nvPr>
        </p:nvSpPr>
        <p:spPr>
          <a:xfrm>
            <a:off x="644773" y="457200"/>
            <a:ext cx="4127255" cy="1600200"/>
          </a:xfrm>
        </p:spPr>
        <p:txBody>
          <a:bodyPr anchor="b"/>
          <a:lstStyle>
            <a:lvl1pPr>
              <a:defRPr sz="3200"/>
            </a:lvl1pPr>
          </a:lstStyle>
          <a:p>
            <a:r>
              <a:rPr lang="en-US"/>
              <a:t>Click to edit title</a:t>
            </a:r>
          </a:p>
        </p:txBody>
      </p:sp>
      <p:sp>
        <p:nvSpPr>
          <p:cNvPr id="4" name="Text Placeholder 3">
            <a:extLst>
              <a:ext uri="{FF2B5EF4-FFF2-40B4-BE49-F238E27FC236}">
                <a16:creationId xmlns:a16="http://schemas.microsoft.com/office/drawing/2014/main" id="{B31F6659-DAE0-7160-C9F6-2C8137D933BD}"/>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text</a:t>
            </a:r>
          </a:p>
        </p:txBody>
      </p:sp>
      <p:sp>
        <p:nvSpPr>
          <p:cNvPr id="3" name="Picture Placeholder 2">
            <a:extLst>
              <a:ext uri="{FF2B5EF4-FFF2-40B4-BE49-F238E27FC236}">
                <a16:creationId xmlns:a16="http://schemas.microsoft.com/office/drawing/2014/main" id="{3F05E2B1-FC9F-DFC8-B82B-3A9D2B911EBC}"/>
              </a:ext>
            </a:extLst>
          </p:cNvPr>
          <p:cNvSpPr>
            <a:spLocks noGrp="1"/>
          </p:cNvSpPr>
          <p:nvPr>
            <p:ph type="pic" idx="1"/>
          </p:nvPr>
        </p:nvSpPr>
        <p:spPr>
          <a:xfrm>
            <a:off x="5183188" y="987428"/>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7" name="Slide Number Placeholder 6">
            <a:extLst>
              <a:ext uri="{FF2B5EF4-FFF2-40B4-BE49-F238E27FC236}">
                <a16:creationId xmlns:a16="http://schemas.microsoft.com/office/drawing/2014/main" id="{330ECE5B-0146-1148-6A0D-A0F447C354AC}"/>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1693715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2B4C-D932-924C-A9B9-A7396B7CB503}"/>
              </a:ext>
            </a:extLst>
          </p:cNvPr>
          <p:cNvSpPr>
            <a:spLocks noGrp="1"/>
          </p:cNvSpPr>
          <p:nvPr>
            <p:ph type="title" hasCustomPrompt="1"/>
          </p:nvPr>
        </p:nvSpPr>
        <p:spPr/>
        <p:txBody>
          <a:bodyPr/>
          <a:lstStyle/>
          <a:p>
            <a:r>
              <a:rPr lang="en-US"/>
              <a:t>Click to edit title</a:t>
            </a:r>
          </a:p>
        </p:txBody>
      </p:sp>
      <p:sp>
        <p:nvSpPr>
          <p:cNvPr id="3" name="Vertical Text Placeholder 2">
            <a:extLst>
              <a:ext uri="{FF2B5EF4-FFF2-40B4-BE49-F238E27FC236}">
                <a16:creationId xmlns:a16="http://schemas.microsoft.com/office/drawing/2014/main" id="{61DF67A6-D1DA-71BB-CCFF-678D91838913}"/>
              </a:ext>
            </a:extLst>
          </p:cNvPr>
          <p:cNvSpPr>
            <a:spLocks noGrp="1"/>
          </p:cNvSpPr>
          <p:nvPr>
            <p:ph type="body" orient="vert" idx="1" hasCustomPrompt="1"/>
          </p:nvPr>
        </p:nvSpPr>
        <p:spPr/>
        <p:txBody>
          <a:bodyPr vert="eaVert"/>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94826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8CFDF3-4C0B-B588-73E9-559E689FE0AF}"/>
              </a:ext>
            </a:extLst>
          </p:cNvPr>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E20EF8-D417-90E9-AEFA-DB28B8392B89}"/>
              </a:ext>
            </a:extLst>
          </p:cNvPr>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83911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a:extLst>
              <a:ext uri="{FF2B5EF4-FFF2-40B4-BE49-F238E27FC236}">
                <a16:creationId xmlns:a16="http://schemas.microsoft.com/office/drawing/2014/main" id="{206FAFD8-028E-613E-F668-7FDFC37E002D}"/>
              </a:ext>
            </a:extLst>
          </p:cNvPr>
          <p:cNvPicPr>
            <a:picLocks noChangeAspect="1"/>
          </p:cNvPicPr>
          <p:nvPr userDrawn="1"/>
        </p:nvPicPr>
        <p:blipFill rotWithShape="1">
          <a:blip r:embed="rId2"/>
          <a:srcRect l="28985"/>
          <a:stretch/>
        </p:blipFill>
        <p:spPr>
          <a:xfrm>
            <a:off x="2" y="0"/>
            <a:ext cx="7305260" cy="6858000"/>
          </a:xfrm>
          <a:prstGeom prst="rect">
            <a:avLst/>
          </a:prstGeom>
        </p:spPr>
      </p:pic>
      <p:pic>
        <p:nvPicPr>
          <p:cNvPr id="3" name="Picture 2" descr="A picture containing shape&#10;&#10;Description automatically generated">
            <a:extLst>
              <a:ext uri="{FF2B5EF4-FFF2-40B4-BE49-F238E27FC236}">
                <a16:creationId xmlns:a16="http://schemas.microsoft.com/office/drawing/2014/main" id="{E12E123F-8311-330F-DB73-3B618A779343}"/>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84B2191C-6994-71BA-A63E-85F5AF6A9776}"/>
              </a:ext>
            </a:extLst>
          </p:cNvPr>
          <p:cNvSpPr txBox="1"/>
          <p:nvPr userDrawn="1"/>
        </p:nvSpPr>
        <p:spPr>
          <a:xfrm>
            <a:off x="7284722" y="3144277"/>
            <a:ext cx="4245895" cy="923330"/>
          </a:xfrm>
          <a:prstGeom prst="rect">
            <a:avLst/>
          </a:prstGeom>
          <a:noFill/>
        </p:spPr>
        <p:txBody>
          <a:bodyPr wrap="square" rtlCol="0">
            <a:spAutoFit/>
          </a:bodyPr>
          <a:lstStyle/>
          <a:p>
            <a:pPr algn="r"/>
            <a:r>
              <a:rPr lang="en-US" sz="5400" b="0" i="0">
                <a:solidFill>
                  <a:schemeClr val="bg1"/>
                </a:solidFill>
                <a:latin typeface="Saira Condensed Condensed Light" pitchFamily="2" charset="77"/>
              </a:rPr>
              <a:t>THANK </a:t>
            </a:r>
            <a:r>
              <a:rPr lang="en-US" sz="5400" b="1" i="0">
                <a:solidFill>
                  <a:schemeClr val="bg1"/>
                </a:solidFill>
                <a:latin typeface="Saira Condensed Condensed Light" pitchFamily="2" charset="77"/>
              </a:rPr>
              <a:t>YOU</a:t>
            </a:r>
          </a:p>
        </p:txBody>
      </p:sp>
      <p:sp>
        <p:nvSpPr>
          <p:cNvPr id="9" name="TextBox 8">
            <a:extLst>
              <a:ext uri="{FF2B5EF4-FFF2-40B4-BE49-F238E27FC236}">
                <a16:creationId xmlns:a16="http://schemas.microsoft.com/office/drawing/2014/main" id="{7F2600DA-4934-A3D7-306B-06292C3154B8}"/>
              </a:ext>
            </a:extLst>
          </p:cNvPr>
          <p:cNvSpPr txBox="1"/>
          <p:nvPr userDrawn="1"/>
        </p:nvSpPr>
        <p:spPr>
          <a:xfrm>
            <a:off x="6096002" y="5170418"/>
            <a:ext cx="5434615" cy="584775"/>
          </a:xfrm>
          <a:prstGeom prst="rect">
            <a:avLst/>
          </a:prstGeom>
          <a:noFill/>
        </p:spPr>
        <p:txBody>
          <a:bodyPr wrap="square" rtlCol="0">
            <a:spAutoFit/>
          </a:bodyPr>
          <a:lstStyle/>
          <a:p>
            <a:pPr algn="r"/>
            <a:r>
              <a:rPr lang="en-US" sz="1600" b="1" kern="1200">
                <a:solidFill>
                  <a:schemeClr val="bg1"/>
                </a:solidFill>
                <a:effectLst/>
                <a:latin typeface="IBM Plex Sans" panose="020B0503050203000203" pitchFamily="34" charset="0"/>
                <a:ea typeface="+mn-ea"/>
                <a:cs typeface="+mn-cs"/>
              </a:rPr>
              <a:t>Stevens Institute of Technology</a:t>
            </a:r>
            <a:br>
              <a:rPr lang="en-US" sz="1600" b="1" kern="1200">
                <a:solidFill>
                  <a:schemeClr val="bg1"/>
                </a:solidFill>
                <a:effectLst/>
                <a:latin typeface="IBM Plex Sans" panose="020B0503050203000203" pitchFamily="34" charset="0"/>
                <a:ea typeface="+mn-ea"/>
                <a:cs typeface="+mn-cs"/>
              </a:rPr>
            </a:br>
            <a:r>
              <a:rPr lang="en-US" sz="1600" kern="1200">
                <a:solidFill>
                  <a:schemeClr val="bg1"/>
                </a:solidFill>
                <a:effectLst/>
                <a:latin typeface="IBM Plex Sans" panose="020B0503050203000203" pitchFamily="34" charset="0"/>
                <a:ea typeface="+mn-ea"/>
                <a:cs typeface="+mn-cs"/>
              </a:rPr>
              <a:t>1 Castle Point Terrace, Hoboken, NJ 07030</a:t>
            </a:r>
          </a:p>
        </p:txBody>
      </p:sp>
    </p:spTree>
    <p:extLst>
      <p:ext uri="{BB962C8B-B14F-4D97-AF65-F5344CB8AC3E}">
        <p14:creationId xmlns:p14="http://schemas.microsoft.com/office/powerpoint/2010/main" val="600712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C58314-C2CD-B536-46C4-9B698E81FD0F}"/>
              </a:ext>
            </a:extLst>
          </p:cNvPr>
          <p:cNvPicPr>
            <a:picLocks noChangeAspect="1"/>
          </p:cNvPicPr>
          <p:nvPr userDrawn="1"/>
        </p:nvPicPr>
        <p:blipFill>
          <a:blip r:embed="rId25"/>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3D8260AC-B27C-DE3D-E8FB-3000BB8698CA}"/>
              </a:ext>
            </a:extLst>
          </p:cNvPr>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a:t>CLICK TO EDIT TITLE</a:t>
            </a:r>
          </a:p>
        </p:txBody>
      </p:sp>
      <p:sp>
        <p:nvSpPr>
          <p:cNvPr id="3" name="Text Placeholder 2">
            <a:extLst>
              <a:ext uri="{FF2B5EF4-FFF2-40B4-BE49-F238E27FC236}">
                <a16:creationId xmlns:a16="http://schemas.microsoft.com/office/drawing/2014/main" id="{227D0E4D-9C81-2FCD-CDF4-6788792CAAEC}"/>
              </a:ext>
            </a:extLst>
          </p:cNvPr>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6FF5758-A04B-569F-5DA2-3E27D28C73D9}"/>
              </a:ext>
            </a:extLst>
          </p:cNvPr>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pPr/>
              <a:t>‹#›</a:t>
            </a:fld>
            <a:endParaRPr lang="en-US"/>
          </a:p>
        </p:txBody>
      </p:sp>
    </p:spTree>
    <p:extLst>
      <p:ext uri="{BB962C8B-B14F-4D97-AF65-F5344CB8AC3E}">
        <p14:creationId xmlns:p14="http://schemas.microsoft.com/office/powerpoint/2010/main" val="34854453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72" r:id="rId3"/>
    <p:sldLayoutId id="2147483651" r:id="rId4"/>
    <p:sldLayoutId id="2147483650" r:id="rId5"/>
    <p:sldLayoutId id="2147483662" r:id="rId6"/>
    <p:sldLayoutId id="2147483652" r:id="rId7"/>
    <p:sldLayoutId id="2147483670" r:id="rId8"/>
    <p:sldLayoutId id="2147483671" r:id="rId9"/>
    <p:sldLayoutId id="2147483665" r:id="rId10"/>
    <p:sldLayoutId id="2147483666" r:id="rId11"/>
    <p:sldLayoutId id="2147483668" r:id="rId12"/>
    <p:sldLayoutId id="2147483667" r:id="rId13"/>
    <p:sldLayoutId id="2147483664" r:id="rId14"/>
    <p:sldLayoutId id="2147483653" r:id="rId15"/>
    <p:sldLayoutId id="2147483654" r:id="rId16"/>
    <p:sldLayoutId id="2147483655" r:id="rId17"/>
    <p:sldLayoutId id="2147483663" r:id="rId18"/>
    <p:sldLayoutId id="2147483656" r:id="rId19"/>
    <p:sldLayoutId id="2147483657" r:id="rId20"/>
    <p:sldLayoutId id="2147483658" r:id="rId21"/>
    <p:sldLayoutId id="2147483659" r:id="rId22"/>
    <p:sldLayoutId id="2147483669" r:id="rId23"/>
  </p:sldLayoutIdLst>
  <p:hf hdr="0" ftr="0"/>
  <p:txStyles>
    <p:titleStyle>
      <a:lvl1pPr algn="l" defTabSz="914354" rtl="0" eaLnBrk="1" latinLnBrk="0" hangingPunct="1">
        <a:lnSpc>
          <a:spcPct val="90000"/>
        </a:lnSpc>
        <a:spcBef>
          <a:spcPct val="0"/>
        </a:spcBef>
        <a:buNone/>
        <a:defRPr sz="4000" b="1" i="0" kern="1200">
          <a:solidFill>
            <a:schemeClr val="tx1"/>
          </a:solidFill>
          <a:latin typeface="Arial Nova" panose="020B0504020202020204" pitchFamily="34" charset="0"/>
          <a:ea typeface="+mj-ea"/>
          <a:cs typeface="+mj-cs"/>
        </a:defRPr>
      </a:lvl1pPr>
    </p:titleStyle>
    <p:bodyStyle>
      <a:lvl1pPr marL="228600" indent="-228600" algn="l" defTabSz="914354" rtl="0" eaLnBrk="1" latinLnBrk="0" hangingPunct="1">
        <a:lnSpc>
          <a:spcPct val="90000"/>
        </a:lnSpc>
        <a:spcBef>
          <a:spcPts val="1000"/>
        </a:spcBef>
        <a:buClr>
          <a:schemeClr val="accent4"/>
        </a:buClr>
        <a:buFont typeface="Wingdings" pitchFamily="2" charset="2"/>
        <a:buChar char="§"/>
        <a:defRPr sz="1800" b="0" i="0" kern="1200">
          <a:solidFill>
            <a:schemeClr val="tx1"/>
          </a:solidFill>
          <a:latin typeface="Arial Nova" panose="020B0504020202020204" pitchFamily="34" charset="0"/>
          <a:ea typeface="+mn-ea"/>
          <a:cs typeface="+mn-cs"/>
        </a:defRPr>
      </a:lvl1pPr>
      <a:lvl2pPr marL="502920" indent="-228600" algn="l" defTabSz="914354" rtl="0" eaLnBrk="1" latinLnBrk="0" hangingPunct="1">
        <a:lnSpc>
          <a:spcPct val="90000"/>
        </a:lnSpc>
        <a:spcBef>
          <a:spcPts val="500"/>
        </a:spcBef>
        <a:buClr>
          <a:schemeClr val="accent4"/>
        </a:buClr>
        <a:buFont typeface="System Font Regular"/>
        <a:buChar char="-"/>
        <a:defRPr sz="1800" b="0" i="0" kern="1200">
          <a:solidFill>
            <a:schemeClr val="tx1"/>
          </a:solidFill>
          <a:latin typeface="Arial Nova" panose="020B0504020202020204" pitchFamily="34" charset="0"/>
          <a:ea typeface="+mn-ea"/>
          <a:cs typeface="+mn-cs"/>
        </a:defRPr>
      </a:lvl2pPr>
      <a:lvl3pPr marL="777240" indent="-228600" algn="l" defTabSz="914354" rtl="0" eaLnBrk="1" latinLnBrk="0" hangingPunct="1">
        <a:lnSpc>
          <a:spcPct val="90000"/>
        </a:lnSpc>
        <a:spcBef>
          <a:spcPts val="500"/>
        </a:spcBef>
        <a:buClr>
          <a:schemeClr val="accent4"/>
        </a:buClr>
        <a:buFont typeface="System Font Regular"/>
        <a:buChar char="-"/>
        <a:defRPr sz="1600" b="0" i="0" kern="1200">
          <a:solidFill>
            <a:schemeClr val="tx1"/>
          </a:solidFill>
          <a:latin typeface="Arial Nova" panose="020B0504020202020204" pitchFamily="34" charset="0"/>
          <a:ea typeface="+mn-ea"/>
          <a:cs typeface="+mn-cs"/>
        </a:defRPr>
      </a:lvl3pPr>
      <a:lvl4pPr marL="1005840" indent="-228600" algn="l" defTabSz="914354" rtl="0" eaLnBrk="1" latinLnBrk="0" hangingPunct="1">
        <a:lnSpc>
          <a:spcPct val="90000"/>
        </a:lnSpc>
        <a:spcBef>
          <a:spcPts val="500"/>
        </a:spcBef>
        <a:buClr>
          <a:schemeClr val="accent4"/>
        </a:buClr>
        <a:buFont typeface="System Font Regular"/>
        <a:buChar char="-"/>
        <a:defRPr sz="1600" b="0" i="0" kern="1200">
          <a:solidFill>
            <a:schemeClr val="tx1"/>
          </a:solidFill>
          <a:latin typeface="Arial Nova" panose="020B0504020202020204" pitchFamily="34" charset="0"/>
          <a:ea typeface="+mn-ea"/>
          <a:cs typeface="+mn-cs"/>
        </a:defRPr>
      </a:lvl4pPr>
      <a:lvl5pPr marL="1280160" indent="-228600" algn="l" defTabSz="914354" rtl="0" eaLnBrk="1" latinLnBrk="0" hangingPunct="1">
        <a:lnSpc>
          <a:spcPct val="90000"/>
        </a:lnSpc>
        <a:spcBef>
          <a:spcPts val="500"/>
        </a:spcBef>
        <a:buClr>
          <a:schemeClr val="accent4"/>
        </a:buClr>
        <a:buFont typeface="System Font Regular"/>
        <a:buChar char="-"/>
        <a:defRPr sz="1400" b="0" i="0" kern="1200">
          <a:solidFill>
            <a:schemeClr val="tx1"/>
          </a:solidFill>
          <a:latin typeface="Arial Nova" panose="020B0504020202020204" pitchFamily="34"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0738-EF5B-2070-6E0A-ACD9AE2FD8A5}"/>
              </a:ext>
            </a:extLst>
          </p:cNvPr>
          <p:cNvSpPr>
            <a:spLocks noGrp="1"/>
          </p:cNvSpPr>
          <p:nvPr>
            <p:ph type="title"/>
          </p:nvPr>
        </p:nvSpPr>
        <p:spPr>
          <a:xfrm>
            <a:off x="340259" y="224507"/>
            <a:ext cx="10515600" cy="789482"/>
          </a:xfrm>
        </p:spPr>
        <p:txBody>
          <a:bodyPr>
            <a:normAutofit/>
          </a:bodyPr>
          <a:lstStyle/>
          <a:p>
            <a:r>
              <a:rPr lang="en-US" sz="3600"/>
              <a:t>Market Basket</a:t>
            </a:r>
          </a:p>
        </p:txBody>
      </p:sp>
      <p:graphicFrame>
        <p:nvGraphicFramePr>
          <p:cNvPr id="4" name="Content Placeholder 3">
            <a:extLst>
              <a:ext uri="{FF2B5EF4-FFF2-40B4-BE49-F238E27FC236}">
                <a16:creationId xmlns:a16="http://schemas.microsoft.com/office/drawing/2014/main" id="{1C2059C0-5F1E-2A0B-167D-A4E03881BFAD}"/>
              </a:ext>
            </a:extLst>
          </p:cNvPr>
          <p:cNvGraphicFramePr>
            <a:graphicFrameLocks noGrp="1"/>
          </p:cNvGraphicFramePr>
          <p:nvPr>
            <p:ph idx="1"/>
            <p:extLst>
              <p:ext uri="{D42A27DB-BD31-4B8C-83A1-F6EECF244321}">
                <p14:modId xmlns:p14="http://schemas.microsoft.com/office/powerpoint/2010/main" val="508351199"/>
              </p:ext>
            </p:extLst>
          </p:nvPr>
        </p:nvGraphicFramePr>
        <p:xfrm>
          <a:off x="2611317" y="1877484"/>
          <a:ext cx="8889021" cy="3494454"/>
        </p:xfrm>
        <a:graphic>
          <a:graphicData uri="http://schemas.openxmlformats.org/drawingml/2006/table">
            <a:tbl>
              <a:tblPr firstRow="1" firstCol="1" bandRow="1">
                <a:tableStyleId>{2D5ABB26-0587-4C30-8999-92F81FD0307C}</a:tableStyleId>
              </a:tblPr>
              <a:tblGrid>
                <a:gridCol w="2066191">
                  <a:extLst>
                    <a:ext uri="{9D8B030D-6E8A-4147-A177-3AD203B41FA5}">
                      <a16:colId xmlns:a16="http://schemas.microsoft.com/office/drawing/2014/main" val="2148771978"/>
                    </a:ext>
                  </a:extLst>
                </a:gridCol>
                <a:gridCol w="1551842">
                  <a:extLst>
                    <a:ext uri="{9D8B030D-6E8A-4147-A177-3AD203B41FA5}">
                      <a16:colId xmlns:a16="http://schemas.microsoft.com/office/drawing/2014/main" val="537844269"/>
                    </a:ext>
                  </a:extLst>
                </a:gridCol>
                <a:gridCol w="2165350">
                  <a:extLst>
                    <a:ext uri="{9D8B030D-6E8A-4147-A177-3AD203B41FA5}">
                      <a16:colId xmlns:a16="http://schemas.microsoft.com/office/drawing/2014/main" val="1766536737"/>
                    </a:ext>
                  </a:extLst>
                </a:gridCol>
                <a:gridCol w="3105638">
                  <a:extLst>
                    <a:ext uri="{9D8B030D-6E8A-4147-A177-3AD203B41FA5}">
                      <a16:colId xmlns:a16="http://schemas.microsoft.com/office/drawing/2014/main" val="3571370853"/>
                    </a:ext>
                  </a:extLst>
                </a:gridCol>
              </a:tblGrid>
              <a:tr h="860018">
                <a:tc>
                  <a:txBody>
                    <a:bodyPr/>
                    <a:lstStyle/>
                    <a:p>
                      <a:pPr marL="0" marR="0" algn="ctr">
                        <a:lnSpc>
                          <a:spcPct val="107000"/>
                        </a:lnSpc>
                        <a:spcBef>
                          <a:spcPts val="0"/>
                        </a:spcBef>
                        <a:spcAft>
                          <a:spcPts val="0"/>
                        </a:spcAft>
                      </a:pPr>
                      <a:r>
                        <a:rPr lang="en-US" sz="1200">
                          <a:effectLst/>
                        </a:rPr>
                        <a:t>Market Leader</a:t>
                      </a:r>
                    </a:p>
                    <a:p>
                      <a:pPr marL="0" marR="0" algn="ctr">
                        <a:lnSpc>
                          <a:spcPct val="107000"/>
                        </a:lnSpc>
                        <a:spcBef>
                          <a:spcPts val="0"/>
                        </a:spcBef>
                        <a:spcAft>
                          <a:spcPts val="0"/>
                        </a:spcAft>
                      </a:pPr>
                      <a:r>
                        <a:rPr lang="en-US" sz="1200">
                          <a:effectLst/>
                        </a:rPr>
                        <a:t>(Your old brand)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lgn="ctr">
                        <a:lnSpc>
                          <a:spcPct val="300000"/>
                        </a:lnSpc>
                        <a:spcBef>
                          <a:spcPts val="0"/>
                        </a:spcBef>
                        <a:spcAft>
                          <a:spcPts val="0"/>
                        </a:spcAft>
                      </a:pPr>
                      <a:r>
                        <a:rPr lang="en-US" sz="1200">
                          <a:effectLst/>
                        </a:rPr>
                        <a:t>J1885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lgn="ctr">
                        <a:lnSpc>
                          <a:spcPct val="300000"/>
                        </a:lnSpc>
                        <a:spcBef>
                          <a:spcPts val="0"/>
                        </a:spcBef>
                        <a:spcAft>
                          <a:spcPts val="0"/>
                        </a:spcAft>
                      </a:pPr>
                      <a:r>
                        <a:rPr lang="en-US" sz="1200">
                          <a:effectLst/>
                        </a:rPr>
                        <a:t>ketorolac tromethamine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lgn="just">
                        <a:lnSpc>
                          <a:spcPct val="100000"/>
                        </a:lnSpc>
                        <a:spcBef>
                          <a:spcPts val="0"/>
                        </a:spcBef>
                        <a:spcAft>
                          <a:spcPts val="0"/>
                        </a:spcAft>
                      </a:pPr>
                      <a:r>
                        <a:rPr lang="en-US" sz="1200">
                          <a:effectLst/>
                        </a:rPr>
                        <a:t>Ketorolac is used for the short-term treatment of moderate to severe pain in adults. It is usually used before or after medical procedures or after surgery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4702752"/>
                  </a:ext>
                </a:extLst>
              </a:tr>
              <a:tr h="860018">
                <a:tc>
                  <a:txBody>
                    <a:bodyPr/>
                    <a:lstStyle/>
                    <a:p>
                      <a:pPr marL="0" marR="0" algn="ctr">
                        <a:lnSpc>
                          <a:spcPct val="107000"/>
                        </a:lnSpc>
                        <a:spcBef>
                          <a:spcPts val="0"/>
                        </a:spcBef>
                        <a:spcAft>
                          <a:spcPts val="0"/>
                        </a:spcAft>
                      </a:pPr>
                      <a:r>
                        <a:rPr lang="en-US" sz="1200">
                          <a:effectLst/>
                        </a:rPr>
                        <a:t>Variant Brand</a:t>
                      </a:r>
                    </a:p>
                    <a:p>
                      <a:pPr marL="0" marR="0" algn="ctr">
                        <a:lnSpc>
                          <a:spcPct val="107000"/>
                        </a:lnSpc>
                        <a:spcBef>
                          <a:spcPts val="0"/>
                        </a:spcBef>
                        <a:spcAft>
                          <a:spcPts val="0"/>
                        </a:spcAft>
                      </a:pPr>
                      <a:r>
                        <a:rPr lang="en-US" sz="1200">
                          <a:effectLst/>
                        </a:rPr>
                        <a:t>(Your new brand)</a:t>
                      </a: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300000"/>
                        </a:lnSpc>
                        <a:spcBef>
                          <a:spcPts val="0"/>
                        </a:spcBef>
                        <a:spcAft>
                          <a:spcPts val="0"/>
                        </a:spcAft>
                      </a:pPr>
                      <a:r>
                        <a:rPr lang="en-US" sz="1200">
                          <a:effectLst/>
                        </a:rPr>
                        <a:t>J2250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300000"/>
                        </a:lnSpc>
                        <a:spcBef>
                          <a:spcPts val="0"/>
                        </a:spcBef>
                        <a:spcAft>
                          <a:spcPts val="0"/>
                        </a:spcAft>
                      </a:pPr>
                      <a:r>
                        <a:rPr lang="en-US" sz="1200">
                          <a:effectLst/>
                        </a:rPr>
                        <a:t>midazolam hydrochloride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00000"/>
                        </a:lnSpc>
                        <a:spcBef>
                          <a:spcPts val="0"/>
                        </a:spcBef>
                        <a:spcAft>
                          <a:spcPts val="0"/>
                        </a:spcAft>
                      </a:pPr>
                      <a:r>
                        <a:rPr lang="en-US" sz="1200">
                          <a:effectLst/>
                        </a:rPr>
                        <a:t>Intravenously injected for induction of general anesthesia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2560353"/>
                  </a:ext>
                </a:extLst>
              </a:tr>
              <a:tr h="860018">
                <a:tc>
                  <a:txBody>
                    <a:bodyPr/>
                    <a:lstStyle/>
                    <a:p>
                      <a:pPr marL="0" marR="0" algn="ctr">
                        <a:lnSpc>
                          <a:spcPct val="107000"/>
                        </a:lnSpc>
                        <a:spcBef>
                          <a:spcPts val="0"/>
                        </a:spcBef>
                        <a:spcAft>
                          <a:spcPts val="0"/>
                        </a:spcAft>
                      </a:pPr>
                      <a:r>
                        <a:rPr lang="en-US" sz="1200">
                          <a:effectLst/>
                        </a:rPr>
                        <a:t>Main Competitor Brand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300000"/>
                        </a:lnSpc>
                        <a:spcBef>
                          <a:spcPts val="0"/>
                        </a:spcBef>
                        <a:spcAft>
                          <a:spcPts val="0"/>
                        </a:spcAft>
                      </a:pPr>
                      <a:r>
                        <a:rPr lang="en-US" sz="1200">
                          <a:effectLst/>
                        </a:rPr>
                        <a:t>J3010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300000"/>
                        </a:lnSpc>
                        <a:spcBef>
                          <a:spcPts val="0"/>
                        </a:spcBef>
                        <a:spcAft>
                          <a:spcPts val="0"/>
                        </a:spcAft>
                      </a:pPr>
                      <a:r>
                        <a:rPr lang="en-US" sz="1200">
                          <a:effectLst/>
                        </a:rPr>
                        <a:t>fentanyl citrate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00000"/>
                        </a:lnSpc>
                        <a:spcBef>
                          <a:spcPts val="0"/>
                        </a:spcBef>
                        <a:spcAft>
                          <a:spcPts val="0"/>
                        </a:spcAft>
                      </a:pPr>
                      <a:r>
                        <a:rPr lang="en-US" sz="1200">
                          <a:effectLst/>
                        </a:rPr>
                        <a:t>For analgesic action of short duration during the anesthetic periods, premedication, induction and maintenance, and in the immediate postoperative period (recovery room) as the need arises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6403468"/>
                  </a:ext>
                </a:extLst>
              </a:tr>
              <a:tr h="860018">
                <a:tc>
                  <a:txBody>
                    <a:bodyPr/>
                    <a:lstStyle/>
                    <a:p>
                      <a:pPr marL="0" marR="0" algn="ctr">
                        <a:lnSpc>
                          <a:spcPct val="107000"/>
                        </a:lnSpc>
                        <a:spcBef>
                          <a:spcPts val="0"/>
                        </a:spcBef>
                        <a:spcAft>
                          <a:spcPts val="0"/>
                        </a:spcAft>
                      </a:pPr>
                      <a:r>
                        <a:rPr lang="en-US" sz="1200">
                          <a:effectLst/>
                        </a:rPr>
                        <a:t>Alternative Competitor Brand</a:t>
                      </a: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gn="ctr">
                        <a:lnSpc>
                          <a:spcPct val="300000"/>
                        </a:lnSpc>
                        <a:spcBef>
                          <a:spcPts val="0"/>
                        </a:spcBef>
                        <a:spcAft>
                          <a:spcPts val="0"/>
                        </a:spcAft>
                      </a:pPr>
                      <a:r>
                        <a:rPr lang="en-US" sz="1200">
                          <a:effectLst/>
                        </a:rPr>
                        <a:t>J2704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gn="ctr">
                        <a:lnSpc>
                          <a:spcPct val="300000"/>
                        </a:lnSpc>
                        <a:spcBef>
                          <a:spcPts val="0"/>
                        </a:spcBef>
                        <a:spcAft>
                          <a:spcPts val="0"/>
                        </a:spcAft>
                      </a:pPr>
                      <a:r>
                        <a:rPr lang="en-US" sz="1200">
                          <a:effectLst/>
                        </a:rPr>
                        <a:t>propofol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gn="just">
                        <a:lnSpc>
                          <a:spcPct val="100000"/>
                        </a:lnSpc>
                        <a:spcBef>
                          <a:spcPts val="0"/>
                        </a:spcBef>
                        <a:spcAft>
                          <a:spcPts val="0"/>
                        </a:spcAft>
                      </a:pPr>
                      <a:r>
                        <a:rPr lang="en-US" sz="1200">
                          <a:effectLst/>
                        </a:rPr>
                        <a:t>Propofol injection is used to help you relax or sleep before and during surgery or other medical procedures. This medicine is an anesthetic and a sedative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63268699"/>
                  </a:ext>
                </a:extLst>
              </a:tr>
            </a:tbl>
          </a:graphicData>
        </a:graphic>
      </p:graphicFrame>
      <p:sp>
        <p:nvSpPr>
          <p:cNvPr id="3" name="Arrow: Pentagon 2">
            <a:extLst>
              <a:ext uri="{FF2B5EF4-FFF2-40B4-BE49-F238E27FC236}">
                <a16:creationId xmlns:a16="http://schemas.microsoft.com/office/drawing/2014/main" id="{AB84B5E0-2A8F-91BA-A2F7-E02E0EA89153}"/>
              </a:ext>
            </a:extLst>
          </p:cNvPr>
          <p:cNvSpPr/>
          <p:nvPr/>
        </p:nvSpPr>
        <p:spPr>
          <a:xfrm>
            <a:off x="518745" y="2087495"/>
            <a:ext cx="1978265" cy="413239"/>
          </a:xfrm>
          <a:prstGeom prst="homePlat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err="1">
                <a:effectLst>
                  <a:outerShdw blurRad="50800" dist="38100" dir="18900000" algn="bl" rotWithShape="0">
                    <a:prstClr val="black">
                      <a:alpha val="40000"/>
                    </a:prstClr>
                  </a:outerShdw>
                </a:effectLst>
              </a:rPr>
              <a:t>Ketotrom</a:t>
            </a:r>
            <a:endParaRPr lang="en-US" b="1">
              <a:effectLst>
                <a:outerShdw blurRad="50800" dist="38100" dir="18900000" algn="bl" rotWithShape="0">
                  <a:prstClr val="black">
                    <a:alpha val="40000"/>
                  </a:prstClr>
                </a:outerShdw>
              </a:effectLst>
            </a:endParaRPr>
          </a:p>
        </p:txBody>
      </p:sp>
      <p:sp>
        <p:nvSpPr>
          <p:cNvPr id="5" name="Arrow: Pentagon 4">
            <a:extLst>
              <a:ext uri="{FF2B5EF4-FFF2-40B4-BE49-F238E27FC236}">
                <a16:creationId xmlns:a16="http://schemas.microsoft.com/office/drawing/2014/main" id="{F224A457-46BD-4A54-5BDE-B45C8B5D0B7C}"/>
              </a:ext>
            </a:extLst>
          </p:cNvPr>
          <p:cNvSpPr/>
          <p:nvPr/>
        </p:nvSpPr>
        <p:spPr>
          <a:xfrm>
            <a:off x="518741" y="2962552"/>
            <a:ext cx="1978269" cy="413239"/>
          </a:xfrm>
          <a:prstGeom prst="homePlat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err="1">
                <a:effectLst>
                  <a:outerShdw blurRad="50800" dist="38100" dir="18900000" algn="bl" rotWithShape="0">
                    <a:prstClr val="black">
                      <a:alpha val="40000"/>
                    </a:prstClr>
                  </a:outerShdw>
                </a:effectLst>
              </a:rPr>
              <a:t>Midoride</a:t>
            </a:r>
            <a:endParaRPr lang="en-US" b="1">
              <a:effectLst>
                <a:outerShdw blurRad="50800" dist="38100" dir="18900000" algn="bl" rotWithShape="0">
                  <a:prstClr val="black">
                    <a:alpha val="40000"/>
                  </a:prstClr>
                </a:outerShdw>
              </a:effectLst>
            </a:endParaRPr>
          </a:p>
        </p:txBody>
      </p:sp>
      <p:sp>
        <p:nvSpPr>
          <p:cNvPr id="6" name="Arrow: Pentagon 5">
            <a:extLst>
              <a:ext uri="{FF2B5EF4-FFF2-40B4-BE49-F238E27FC236}">
                <a16:creationId xmlns:a16="http://schemas.microsoft.com/office/drawing/2014/main" id="{07DC03BE-FAA6-41AF-EEC4-EF2236589B07}"/>
              </a:ext>
            </a:extLst>
          </p:cNvPr>
          <p:cNvSpPr/>
          <p:nvPr/>
        </p:nvSpPr>
        <p:spPr>
          <a:xfrm>
            <a:off x="518741" y="3834732"/>
            <a:ext cx="1978269" cy="413239"/>
          </a:xfrm>
          <a:prstGeom prst="homePlat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err="1">
                <a:effectLst>
                  <a:outerShdw blurRad="50800" dist="38100" dir="18900000" algn="bl" rotWithShape="0">
                    <a:prstClr val="black">
                      <a:alpha val="40000"/>
                    </a:prstClr>
                  </a:outerShdw>
                </a:effectLst>
              </a:rPr>
              <a:t>Fentirate</a:t>
            </a:r>
            <a:endParaRPr lang="en-US" b="1">
              <a:effectLst>
                <a:outerShdw blurRad="50800" dist="38100" dir="18900000" algn="bl" rotWithShape="0">
                  <a:prstClr val="black">
                    <a:alpha val="40000"/>
                  </a:prstClr>
                </a:outerShdw>
              </a:effectLst>
            </a:endParaRPr>
          </a:p>
        </p:txBody>
      </p:sp>
      <p:sp>
        <p:nvSpPr>
          <p:cNvPr id="7" name="Arrow: Pentagon 6">
            <a:extLst>
              <a:ext uri="{FF2B5EF4-FFF2-40B4-BE49-F238E27FC236}">
                <a16:creationId xmlns:a16="http://schemas.microsoft.com/office/drawing/2014/main" id="{364773BA-FB7C-6B75-6287-0310A20AF1B1}"/>
              </a:ext>
            </a:extLst>
          </p:cNvPr>
          <p:cNvSpPr/>
          <p:nvPr/>
        </p:nvSpPr>
        <p:spPr>
          <a:xfrm>
            <a:off x="518741" y="4706912"/>
            <a:ext cx="1978269" cy="413239"/>
          </a:xfrm>
          <a:prstGeom prst="homePlat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err="1">
                <a:effectLst>
                  <a:outerShdw blurRad="50800" dist="38100" dir="18900000" algn="bl" rotWithShape="0">
                    <a:prstClr val="black">
                      <a:alpha val="40000"/>
                    </a:prstClr>
                  </a:outerShdw>
                </a:effectLst>
              </a:rPr>
              <a:t>Profativ</a:t>
            </a:r>
            <a:endParaRPr lang="en-US" b="1">
              <a:effectLst>
                <a:outerShdw blurRad="50800" dist="38100" dir="18900000" algn="bl" rotWithShape="0">
                  <a:prstClr val="black">
                    <a:alpha val="40000"/>
                  </a:prstClr>
                </a:outerShdw>
              </a:effectLst>
            </a:endParaRPr>
          </a:p>
        </p:txBody>
      </p:sp>
      <p:sp>
        <p:nvSpPr>
          <p:cNvPr id="8" name="Rectangle: Rounded Corners 7">
            <a:extLst>
              <a:ext uri="{FF2B5EF4-FFF2-40B4-BE49-F238E27FC236}">
                <a16:creationId xmlns:a16="http://schemas.microsoft.com/office/drawing/2014/main" id="{A0443279-08B4-9EC7-A1A3-C1C6A2979C4F}"/>
              </a:ext>
            </a:extLst>
          </p:cNvPr>
          <p:cNvSpPr/>
          <p:nvPr/>
        </p:nvSpPr>
        <p:spPr>
          <a:xfrm>
            <a:off x="2681654" y="1172618"/>
            <a:ext cx="1890345" cy="626887"/>
          </a:xfrm>
          <a:prstGeom prst="roundRect">
            <a:avLst/>
          </a:prstGeom>
          <a:ln w="381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a:effectLst>
                  <a:outerShdw blurRad="50800" dist="38100" dir="18900000" algn="bl" rotWithShape="0">
                    <a:prstClr val="black">
                      <a:alpha val="40000"/>
                    </a:prstClr>
                  </a:outerShdw>
                </a:effectLst>
              </a:rPr>
              <a:t>Brand</a:t>
            </a:r>
          </a:p>
          <a:p>
            <a:pPr algn="ctr"/>
            <a:r>
              <a:rPr lang="en-US" b="1">
                <a:effectLst>
                  <a:outerShdw blurRad="50800" dist="38100" dir="18900000" algn="bl" rotWithShape="0">
                    <a:prstClr val="black">
                      <a:alpha val="40000"/>
                    </a:prstClr>
                  </a:outerShdw>
                </a:effectLst>
              </a:rPr>
              <a:t>Relationship</a:t>
            </a:r>
          </a:p>
        </p:txBody>
      </p:sp>
      <p:sp>
        <p:nvSpPr>
          <p:cNvPr id="9" name="Rectangle: Rounded Corners 8">
            <a:extLst>
              <a:ext uri="{FF2B5EF4-FFF2-40B4-BE49-F238E27FC236}">
                <a16:creationId xmlns:a16="http://schemas.microsoft.com/office/drawing/2014/main" id="{F4AB296C-11C0-C92A-96EE-BDECCA8E42A2}"/>
              </a:ext>
            </a:extLst>
          </p:cNvPr>
          <p:cNvSpPr/>
          <p:nvPr/>
        </p:nvSpPr>
        <p:spPr>
          <a:xfrm>
            <a:off x="4752242" y="1171801"/>
            <a:ext cx="1388207" cy="626887"/>
          </a:xfrm>
          <a:prstGeom prst="roundRect">
            <a:avLst/>
          </a:prstGeom>
          <a:ln w="381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a:effectLst>
                  <a:outerShdw blurRad="50800" dist="38100" dir="18900000" algn="bl" rotWithShape="0">
                    <a:prstClr val="black">
                      <a:alpha val="40000"/>
                    </a:prstClr>
                  </a:outerShdw>
                </a:effectLst>
              </a:rPr>
              <a:t>Procedure</a:t>
            </a:r>
          </a:p>
          <a:p>
            <a:pPr algn="ctr"/>
            <a:r>
              <a:rPr lang="en-US" b="1">
                <a:effectLst>
                  <a:outerShdw blurRad="50800" dist="38100" dir="18900000" algn="bl" rotWithShape="0">
                    <a:prstClr val="black">
                      <a:alpha val="40000"/>
                    </a:prstClr>
                  </a:outerShdw>
                </a:effectLst>
              </a:rPr>
              <a:t>Code</a:t>
            </a:r>
          </a:p>
        </p:txBody>
      </p:sp>
      <p:sp>
        <p:nvSpPr>
          <p:cNvPr id="10" name="Rectangle: Rounded Corners 9">
            <a:extLst>
              <a:ext uri="{FF2B5EF4-FFF2-40B4-BE49-F238E27FC236}">
                <a16:creationId xmlns:a16="http://schemas.microsoft.com/office/drawing/2014/main" id="{4A30E7D3-BFE8-D681-2423-89D40A8D2383}"/>
              </a:ext>
            </a:extLst>
          </p:cNvPr>
          <p:cNvSpPr/>
          <p:nvPr/>
        </p:nvSpPr>
        <p:spPr>
          <a:xfrm>
            <a:off x="6320692" y="1171799"/>
            <a:ext cx="1978269" cy="626887"/>
          </a:xfrm>
          <a:prstGeom prst="roundRect">
            <a:avLst/>
          </a:prstGeom>
          <a:ln w="381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a:effectLst>
                  <a:outerShdw blurRad="50800" dist="38100" dir="18900000" algn="bl" rotWithShape="0">
                    <a:prstClr val="black">
                      <a:alpha val="40000"/>
                    </a:prstClr>
                  </a:outerShdw>
                </a:effectLst>
              </a:rPr>
              <a:t>Generic Name</a:t>
            </a:r>
          </a:p>
        </p:txBody>
      </p:sp>
      <p:sp>
        <p:nvSpPr>
          <p:cNvPr id="11" name="Rectangle: Rounded Corners 10">
            <a:extLst>
              <a:ext uri="{FF2B5EF4-FFF2-40B4-BE49-F238E27FC236}">
                <a16:creationId xmlns:a16="http://schemas.microsoft.com/office/drawing/2014/main" id="{BC5F4B5B-3979-0DD3-98C4-B29AD8CE42EB}"/>
              </a:ext>
            </a:extLst>
          </p:cNvPr>
          <p:cNvSpPr/>
          <p:nvPr/>
        </p:nvSpPr>
        <p:spPr>
          <a:xfrm>
            <a:off x="8811364" y="1171800"/>
            <a:ext cx="2259624" cy="626886"/>
          </a:xfrm>
          <a:prstGeom prst="roundRect">
            <a:avLst/>
          </a:prstGeom>
          <a:ln w="3810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b="1">
                <a:effectLst>
                  <a:outerShdw blurRad="50800" dist="38100" dir="18900000" algn="bl" rotWithShape="0">
                    <a:prstClr val="black">
                      <a:alpha val="40000"/>
                    </a:prstClr>
                  </a:outerShdw>
                </a:effectLst>
              </a:rPr>
              <a:t>Product Description</a:t>
            </a:r>
          </a:p>
        </p:txBody>
      </p:sp>
    </p:spTree>
    <p:extLst>
      <p:ext uri="{BB962C8B-B14F-4D97-AF65-F5344CB8AC3E}">
        <p14:creationId xmlns:p14="http://schemas.microsoft.com/office/powerpoint/2010/main" val="4067251592"/>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137</Words>
  <Application>Microsoft Office PowerPoint</Application>
  <PresentationFormat>Widescreen</PresentationFormat>
  <Paragraphs>29</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Arial</vt:lpstr>
      <vt:lpstr>Arial Nova</vt:lpstr>
      <vt:lpstr>Calibri</vt:lpstr>
      <vt:lpstr>IBM Plex Sans</vt:lpstr>
      <vt:lpstr>IBM Plex Sans Light</vt:lpstr>
      <vt:lpstr>IBM Plex Sans SemiBold</vt:lpstr>
      <vt:lpstr>Saira Condensed Condensed Light</vt:lpstr>
      <vt:lpstr>System Font Regular</vt:lpstr>
      <vt:lpstr>Wingdings</vt:lpstr>
      <vt:lpstr>Office Theme</vt:lpstr>
      <vt:lpstr>Market Basket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Juhyun So</cp:lastModifiedBy>
  <cp:revision>25</cp:revision>
  <dcterms:created xsi:type="dcterms:W3CDTF">2022-06-10T19:28:06Z</dcterms:created>
  <dcterms:modified xsi:type="dcterms:W3CDTF">2023-12-01T18:04:57Z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2022-08-19T19:12:43Z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8089513a-e98b-424c-aec4-994e813c0d9d</vt:lpwstr>
  </property>
  <property fmtid="{D5CDD505-2E9C-101B-9397-08002B2CF9AE}" pid="8" name="MSIP_Label_a73fd474-4f3c-44ed-88fb-5cc4bd2471bf_ContentBits">
    <vt:lpwstr>0</vt:lpwstr>
  </property>
</Properties>
</file>